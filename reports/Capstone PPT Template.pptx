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6"/>
  </p:notesMasterIdLst>
  <p:sldIdLst>
    <p:sldId id="256" r:id="rId2"/>
    <p:sldId id="674" r:id="rId3"/>
    <p:sldId id="714" r:id="rId4"/>
    <p:sldId id="716" r:id="rId5"/>
    <p:sldId id="726" r:id="rId6"/>
    <p:sldId id="676" r:id="rId7"/>
    <p:sldId id="719" r:id="rId8"/>
    <p:sldId id="727" r:id="rId9"/>
    <p:sldId id="728" r:id="rId10"/>
    <p:sldId id="729" r:id="rId11"/>
    <p:sldId id="730" r:id="rId12"/>
    <p:sldId id="731" r:id="rId13"/>
    <p:sldId id="711" r:id="rId14"/>
    <p:sldId id="3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77" d="100"/>
          <a:sy n="77" d="100"/>
        </p:scale>
        <p:origin x="91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il ahmed" userId="ded1584161e7ebdc" providerId="LiveId" clId="{4CC5E4A1-5A9F-41C6-83D1-A0845B0B48C9}"/>
    <pc:docChg chg="custSel addSld delSld modSld">
      <pc:chgData name="rahil ahmed" userId="ded1584161e7ebdc" providerId="LiveId" clId="{4CC5E4A1-5A9F-41C6-83D1-A0845B0B48C9}" dt="2026-03-07T07:12:01.469" v="1322" actId="14100"/>
      <pc:docMkLst>
        <pc:docMk/>
      </pc:docMkLst>
      <pc:sldChg chg="modSp mod">
        <pc:chgData name="rahil ahmed" userId="ded1584161e7ebdc" providerId="LiveId" clId="{4CC5E4A1-5A9F-41C6-83D1-A0845B0B48C9}" dt="2026-03-07T06:00:47.356" v="65" actId="20577"/>
        <pc:sldMkLst>
          <pc:docMk/>
          <pc:sldMk cId="1024334718" sldId="256"/>
        </pc:sldMkLst>
        <pc:spChg chg="mod">
          <ac:chgData name="rahil ahmed" userId="ded1584161e7ebdc" providerId="LiveId" clId="{4CC5E4A1-5A9F-41C6-83D1-A0845B0B48C9}" dt="2026-03-07T06:00:47.356" v="65" actId="20577"/>
          <ac:spMkLst>
            <pc:docMk/>
            <pc:sldMk cId="1024334718" sldId="256"/>
            <ac:spMk id="2" creationId="{1A225F15-9B21-01FF-BD6D-D04F30F7A091}"/>
          </ac:spMkLst>
        </pc:spChg>
      </pc:sldChg>
      <pc:sldChg chg="modSp mod">
        <pc:chgData name="rahil ahmed" userId="ded1584161e7ebdc" providerId="LiveId" clId="{4CC5E4A1-5A9F-41C6-83D1-A0845B0B48C9}" dt="2026-03-07T06:28:43.612" v="234" actId="27636"/>
        <pc:sldMkLst>
          <pc:docMk/>
          <pc:sldMk cId="2272459462" sldId="674"/>
        </pc:sldMkLst>
        <pc:spChg chg="mod">
          <ac:chgData name="rahil ahmed" userId="ded1584161e7ebdc" providerId="LiveId" clId="{4CC5E4A1-5A9F-41C6-83D1-A0845B0B48C9}" dt="2026-03-07T06:28:43.612" v="234" actId="27636"/>
          <ac:spMkLst>
            <pc:docMk/>
            <pc:sldMk cId="2272459462" sldId="674"/>
            <ac:spMk id="2" creationId="{61E853F5-3FF5-F820-B593-B4F4AF27A2B6}"/>
          </ac:spMkLst>
        </pc:spChg>
        <pc:spChg chg="mod">
          <ac:chgData name="rahil ahmed" userId="ded1584161e7ebdc" providerId="LiveId" clId="{4CC5E4A1-5A9F-41C6-83D1-A0845B0B48C9}" dt="2026-03-07T06:27:55.834" v="210"/>
          <ac:spMkLst>
            <pc:docMk/>
            <pc:sldMk cId="2272459462" sldId="674"/>
            <ac:spMk id="3" creationId="{5498D2CD-3F24-F46B-D0FD-F213BDB36EC1}"/>
          </ac:spMkLst>
        </pc:spChg>
      </pc:sldChg>
      <pc:sldChg chg="addSp delSp modSp mod">
        <pc:chgData name="rahil ahmed" userId="ded1584161e7ebdc" providerId="LiveId" clId="{4CC5E4A1-5A9F-41C6-83D1-A0845B0B48C9}" dt="2026-03-07T06:55:09.768" v="783" actId="27636"/>
        <pc:sldMkLst>
          <pc:docMk/>
          <pc:sldMk cId="2845992452" sldId="676"/>
        </pc:sldMkLst>
        <pc:spChg chg="add mod">
          <ac:chgData name="rahil ahmed" userId="ded1584161e7ebdc" providerId="LiveId" clId="{4CC5E4A1-5A9F-41C6-83D1-A0845B0B48C9}" dt="2026-03-07T06:55:09.768" v="783" actId="27636"/>
          <ac:spMkLst>
            <pc:docMk/>
            <pc:sldMk cId="2845992452" sldId="676"/>
            <ac:spMk id="3" creationId="{374B11DB-CB75-6808-30EC-91920F0708E7}"/>
          </ac:spMkLst>
        </pc:spChg>
        <pc:spChg chg="mod">
          <ac:chgData name="rahil ahmed" userId="ded1584161e7ebdc" providerId="LiveId" clId="{4CC5E4A1-5A9F-41C6-83D1-A0845B0B48C9}" dt="2026-03-07T06:53:44.383" v="765" actId="1076"/>
          <ac:spMkLst>
            <pc:docMk/>
            <pc:sldMk cId="2845992452" sldId="676"/>
            <ac:spMk id="4" creationId="{C5BA2E58-FEC9-D54D-ACC0-E7CEEF5F42E4}"/>
          </ac:spMkLst>
        </pc:spChg>
        <pc:picChg chg="del">
          <ac:chgData name="rahil ahmed" userId="ded1584161e7ebdc" providerId="LiveId" clId="{4CC5E4A1-5A9F-41C6-83D1-A0845B0B48C9}" dt="2026-03-07T06:52:10.582" v="732" actId="478"/>
          <ac:picMkLst>
            <pc:docMk/>
            <pc:sldMk cId="2845992452" sldId="676"/>
            <ac:picMk id="5" creationId="{4DA73A1C-2ACB-722A-3E21-BF18B0779154}"/>
          </ac:picMkLst>
        </pc:picChg>
        <pc:picChg chg="add mod">
          <ac:chgData name="rahil ahmed" userId="ded1584161e7ebdc" providerId="LiveId" clId="{4CC5E4A1-5A9F-41C6-83D1-A0845B0B48C9}" dt="2026-03-07T06:54:57.697" v="777" actId="14100"/>
          <ac:picMkLst>
            <pc:docMk/>
            <pc:sldMk cId="2845992452" sldId="676"/>
            <ac:picMk id="7" creationId="{27851961-A09C-BC65-82CB-D73B6E12D9A3}"/>
          </ac:picMkLst>
        </pc:picChg>
      </pc:sldChg>
      <pc:sldChg chg="del">
        <pc:chgData name="rahil ahmed" userId="ded1584161e7ebdc" providerId="LiveId" clId="{4CC5E4A1-5A9F-41C6-83D1-A0845B0B48C9}" dt="2026-03-07T07:08:31.786" v="1278" actId="2696"/>
        <pc:sldMkLst>
          <pc:docMk/>
          <pc:sldMk cId="1594365271" sldId="712"/>
        </pc:sldMkLst>
      </pc:sldChg>
      <pc:sldChg chg="modSp mod">
        <pc:chgData name="rahil ahmed" userId="ded1584161e7ebdc" providerId="LiveId" clId="{4CC5E4A1-5A9F-41C6-83D1-A0845B0B48C9}" dt="2026-03-07T06:28:19.218" v="214" actId="27636"/>
        <pc:sldMkLst>
          <pc:docMk/>
          <pc:sldMk cId="1953804542" sldId="714"/>
        </pc:sldMkLst>
        <pc:spChg chg="mod">
          <ac:chgData name="rahil ahmed" userId="ded1584161e7ebdc" providerId="LiveId" clId="{4CC5E4A1-5A9F-41C6-83D1-A0845B0B48C9}" dt="2026-03-07T06:28:19.218" v="214" actId="27636"/>
          <ac:spMkLst>
            <pc:docMk/>
            <pc:sldMk cId="1953804542" sldId="714"/>
            <ac:spMk id="3" creationId="{67B003C9-103A-47E6-D7EB-87D0A8CB5431}"/>
          </ac:spMkLst>
        </pc:spChg>
      </pc:sldChg>
      <pc:sldChg chg="del">
        <pc:chgData name="rahil ahmed" userId="ded1584161e7ebdc" providerId="LiveId" clId="{4CC5E4A1-5A9F-41C6-83D1-A0845B0B48C9}" dt="2026-03-07T06:01:16.097" v="66" actId="2696"/>
        <pc:sldMkLst>
          <pc:docMk/>
          <pc:sldMk cId="3172538938" sldId="715"/>
        </pc:sldMkLst>
      </pc:sldChg>
      <pc:sldChg chg="addSp delSp modSp mod">
        <pc:chgData name="rahil ahmed" userId="ded1584161e7ebdc" providerId="LiveId" clId="{4CC5E4A1-5A9F-41C6-83D1-A0845B0B48C9}" dt="2026-03-07T06:31:28.799" v="267" actId="20577"/>
        <pc:sldMkLst>
          <pc:docMk/>
          <pc:sldMk cId="3182357358" sldId="716"/>
        </pc:sldMkLst>
        <pc:spChg chg="del mod">
          <ac:chgData name="rahil ahmed" userId="ded1584161e7ebdc" providerId="LiveId" clId="{4CC5E4A1-5A9F-41C6-83D1-A0845B0B48C9}" dt="2026-03-07T06:29:44.893" v="237"/>
          <ac:spMkLst>
            <pc:docMk/>
            <pc:sldMk cId="3182357358" sldId="716"/>
            <ac:spMk id="3" creationId="{4AB70692-10CA-961C-F386-99061E710175}"/>
          </ac:spMkLst>
        </pc:spChg>
        <pc:spChg chg="add mod">
          <ac:chgData name="rahil ahmed" userId="ded1584161e7ebdc" providerId="LiveId" clId="{4CC5E4A1-5A9F-41C6-83D1-A0845B0B48C9}" dt="2026-03-07T06:31:28.799" v="267" actId="20577"/>
          <ac:spMkLst>
            <pc:docMk/>
            <pc:sldMk cId="3182357358" sldId="716"/>
            <ac:spMk id="4" creationId="{C0833E7B-405C-2E82-AF7D-E98822ACABE4}"/>
          </ac:spMkLst>
        </pc:spChg>
      </pc:sldChg>
      <pc:sldChg chg="del">
        <pc:chgData name="rahil ahmed" userId="ded1584161e7ebdc" providerId="LiveId" clId="{4CC5E4A1-5A9F-41C6-83D1-A0845B0B48C9}" dt="2026-03-07T06:31:41.752" v="268" actId="2696"/>
        <pc:sldMkLst>
          <pc:docMk/>
          <pc:sldMk cId="3890388756" sldId="717"/>
        </pc:sldMkLst>
      </pc:sldChg>
      <pc:sldChg chg="del">
        <pc:chgData name="rahil ahmed" userId="ded1584161e7ebdc" providerId="LiveId" clId="{4CC5E4A1-5A9F-41C6-83D1-A0845B0B48C9}" dt="2026-03-07T07:08:36.970" v="1279" actId="2696"/>
        <pc:sldMkLst>
          <pc:docMk/>
          <pc:sldMk cId="1573474898" sldId="718"/>
        </pc:sldMkLst>
      </pc:sldChg>
      <pc:sldChg chg="addSp delSp modSp mod">
        <pc:chgData name="rahil ahmed" userId="ded1584161e7ebdc" providerId="LiveId" clId="{4CC5E4A1-5A9F-41C6-83D1-A0845B0B48C9}" dt="2026-03-07T07:00:12.510" v="1147" actId="1076"/>
        <pc:sldMkLst>
          <pc:docMk/>
          <pc:sldMk cId="2969930811" sldId="719"/>
        </pc:sldMkLst>
        <pc:spChg chg="add mod">
          <ac:chgData name="rahil ahmed" userId="ded1584161e7ebdc" providerId="LiveId" clId="{4CC5E4A1-5A9F-41C6-83D1-A0845B0B48C9}" dt="2026-03-07T07:00:12.510" v="1147" actId="1076"/>
          <ac:spMkLst>
            <pc:docMk/>
            <pc:sldMk cId="2969930811" sldId="719"/>
            <ac:spMk id="3" creationId="{1E3911DD-8CB9-5B8B-943E-398A8D351380}"/>
          </ac:spMkLst>
        </pc:spChg>
        <pc:spChg chg="mod">
          <ac:chgData name="rahil ahmed" userId="ded1584161e7ebdc" providerId="LiveId" clId="{4CC5E4A1-5A9F-41C6-83D1-A0845B0B48C9}" dt="2026-03-07T06:59:48.842" v="1142" actId="1076"/>
          <ac:spMkLst>
            <pc:docMk/>
            <pc:sldMk cId="2969930811" sldId="719"/>
            <ac:spMk id="4" creationId="{E50DC1C3-24CE-BC0A-31B5-7D0974BFE043}"/>
          </ac:spMkLst>
        </pc:spChg>
        <pc:picChg chg="del">
          <ac:chgData name="rahil ahmed" userId="ded1584161e7ebdc" providerId="LiveId" clId="{4CC5E4A1-5A9F-41C6-83D1-A0845B0B48C9}" dt="2026-03-07T06:55:41.149" v="784" actId="478"/>
          <ac:picMkLst>
            <pc:docMk/>
            <pc:sldMk cId="2969930811" sldId="719"/>
            <ac:picMk id="7" creationId="{B1B081F2-48E1-C40D-1C04-A0A01463FF0A}"/>
          </ac:picMkLst>
        </pc:picChg>
      </pc:sldChg>
      <pc:sldChg chg="del">
        <pc:chgData name="rahil ahmed" userId="ded1584161e7ebdc" providerId="LiveId" clId="{4CC5E4A1-5A9F-41C6-83D1-A0845B0B48C9}" dt="2026-03-07T07:07:57.921" v="1277" actId="2696"/>
        <pc:sldMkLst>
          <pc:docMk/>
          <pc:sldMk cId="3921194624" sldId="720"/>
        </pc:sldMkLst>
      </pc:sldChg>
      <pc:sldChg chg="addSp delSp modSp del mod">
        <pc:chgData name="rahil ahmed" userId="ded1584161e7ebdc" providerId="LiveId" clId="{4CC5E4A1-5A9F-41C6-83D1-A0845B0B48C9}" dt="2026-03-07T07:04:08.111" v="1190" actId="2696"/>
        <pc:sldMkLst>
          <pc:docMk/>
          <pc:sldMk cId="3416215235" sldId="721"/>
        </pc:sldMkLst>
        <pc:spChg chg="add mod">
          <ac:chgData name="rahil ahmed" userId="ded1584161e7ebdc" providerId="LiveId" clId="{4CC5E4A1-5A9F-41C6-83D1-A0845B0B48C9}" dt="2026-03-07T07:03:42.372" v="1186"/>
          <ac:spMkLst>
            <pc:docMk/>
            <pc:sldMk cId="3416215235" sldId="721"/>
            <ac:spMk id="3" creationId="{4EAFD9F3-E6F3-1C3D-FD7E-8AFAA24502E5}"/>
          </ac:spMkLst>
        </pc:spChg>
        <pc:spChg chg="mod">
          <ac:chgData name="rahil ahmed" userId="ded1584161e7ebdc" providerId="LiveId" clId="{4CC5E4A1-5A9F-41C6-83D1-A0845B0B48C9}" dt="2026-03-07T07:03:59.229" v="1189"/>
          <ac:spMkLst>
            <pc:docMk/>
            <pc:sldMk cId="3416215235" sldId="721"/>
            <ac:spMk id="4" creationId="{1DCD4E8C-7116-FD8E-867D-B51E64E1E719}"/>
          </ac:spMkLst>
        </pc:spChg>
        <pc:picChg chg="del">
          <ac:chgData name="rahil ahmed" userId="ded1584161e7ebdc" providerId="LiveId" clId="{4CC5E4A1-5A9F-41C6-83D1-A0845B0B48C9}" dt="2026-03-07T07:03:39.718" v="1185" actId="478"/>
          <ac:picMkLst>
            <pc:docMk/>
            <pc:sldMk cId="3416215235" sldId="721"/>
            <ac:picMk id="12" creationId="{2C70BA19-5C80-D1C7-0DFE-50AFADCCBA76}"/>
          </ac:picMkLst>
        </pc:picChg>
      </pc:sldChg>
      <pc:sldChg chg="del">
        <pc:chgData name="rahil ahmed" userId="ded1584161e7ebdc" providerId="LiveId" clId="{4CC5E4A1-5A9F-41C6-83D1-A0845B0B48C9}" dt="2026-03-07T07:07:52.055" v="1276" actId="2696"/>
        <pc:sldMkLst>
          <pc:docMk/>
          <pc:sldMk cId="92347183" sldId="722"/>
        </pc:sldMkLst>
      </pc:sldChg>
      <pc:sldChg chg="del">
        <pc:chgData name="rahil ahmed" userId="ded1584161e7ebdc" providerId="LiveId" clId="{4CC5E4A1-5A9F-41C6-83D1-A0845B0B48C9}" dt="2026-03-07T07:05:26.807" v="1230" actId="2696"/>
        <pc:sldMkLst>
          <pc:docMk/>
          <pc:sldMk cId="644185354" sldId="723"/>
        </pc:sldMkLst>
      </pc:sldChg>
      <pc:sldChg chg="del">
        <pc:chgData name="rahil ahmed" userId="ded1584161e7ebdc" providerId="LiveId" clId="{4CC5E4A1-5A9F-41C6-83D1-A0845B0B48C9}" dt="2026-03-07T07:05:32.872" v="1231" actId="2696"/>
        <pc:sldMkLst>
          <pc:docMk/>
          <pc:sldMk cId="644311571" sldId="724"/>
        </pc:sldMkLst>
      </pc:sldChg>
      <pc:sldChg chg="del">
        <pc:chgData name="rahil ahmed" userId="ded1584161e7ebdc" providerId="LiveId" clId="{4CC5E4A1-5A9F-41C6-83D1-A0845B0B48C9}" dt="2026-03-07T07:07:43.205" v="1275" actId="2696"/>
        <pc:sldMkLst>
          <pc:docMk/>
          <pc:sldMk cId="3077495093" sldId="725"/>
        </pc:sldMkLst>
      </pc:sldChg>
      <pc:sldChg chg="addSp delSp modSp new mod">
        <pc:chgData name="rahil ahmed" userId="ded1584161e7ebdc" providerId="LiveId" clId="{4CC5E4A1-5A9F-41C6-83D1-A0845B0B48C9}" dt="2026-03-07T06:51:58.250" v="731" actId="1076"/>
        <pc:sldMkLst>
          <pc:docMk/>
          <pc:sldMk cId="1658279347" sldId="726"/>
        </pc:sldMkLst>
        <pc:spChg chg="mod">
          <ac:chgData name="rahil ahmed" userId="ded1584161e7ebdc" providerId="LiveId" clId="{4CC5E4A1-5A9F-41C6-83D1-A0845B0B48C9}" dt="2026-03-07T06:51:36.455" v="729" actId="122"/>
          <ac:spMkLst>
            <pc:docMk/>
            <pc:sldMk cId="1658279347" sldId="726"/>
            <ac:spMk id="2" creationId="{9E4DF012-BD43-6EE3-CD16-CC8A56A75334}"/>
          </ac:spMkLst>
        </pc:spChg>
        <pc:spChg chg="mod">
          <ac:chgData name="rahil ahmed" userId="ded1584161e7ebdc" providerId="LiveId" clId="{4CC5E4A1-5A9F-41C6-83D1-A0845B0B48C9}" dt="2026-03-07T06:51:58.250" v="731" actId="1076"/>
          <ac:spMkLst>
            <pc:docMk/>
            <pc:sldMk cId="1658279347" sldId="726"/>
            <ac:spMk id="3" creationId="{EB43D63A-4920-C3B0-44F1-CA5607D48B99}"/>
          </ac:spMkLst>
        </pc:spChg>
        <pc:picChg chg="add del mod">
          <ac:chgData name="rahil ahmed" userId="ded1584161e7ebdc" providerId="LiveId" clId="{4CC5E4A1-5A9F-41C6-83D1-A0845B0B48C9}" dt="2026-03-07T06:46:02.751" v="694" actId="21"/>
          <ac:picMkLst>
            <pc:docMk/>
            <pc:sldMk cId="1658279347" sldId="726"/>
            <ac:picMk id="5" creationId="{3F9ACCD0-A4F4-A471-5224-C4AF496B6408}"/>
          </ac:picMkLst>
        </pc:picChg>
        <pc:picChg chg="add mod">
          <ac:chgData name="rahil ahmed" userId="ded1584161e7ebdc" providerId="LiveId" clId="{4CC5E4A1-5A9F-41C6-83D1-A0845B0B48C9}" dt="2026-03-07T06:51:46.679" v="730" actId="14100"/>
          <ac:picMkLst>
            <pc:docMk/>
            <pc:sldMk cId="1658279347" sldId="726"/>
            <ac:picMk id="7" creationId="{C681AE17-D1F2-7CB3-78D1-8F19BF86A8C0}"/>
          </ac:picMkLst>
        </pc:picChg>
      </pc:sldChg>
      <pc:sldChg chg="new del">
        <pc:chgData name="rahil ahmed" userId="ded1584161e7ebdc" providerId="LiveId" clId="{4CC5E4A1-5A9F-41C6-83D1-A0845B0B48C9}" dt="2026-03-07T06:35:20.620" v="270" actId="2696"/>
        <pc:sldMkLst>
          <pc:docMk/>
          <pc:sldMk cId="3892540800" sldId="726"/>
        </pc:sldMkLst>
      </pc:sldChg>
      <pc:sldChg chg="addSp modSp new mod">
        <pc:chgData name="rahil ahmed" userId="ded1584161e7ebdc" providerId="LiveId" clId="{4CC5E4A1-5A9F-41C6-83D1-A0845B0B48C9}" dt="2026-03-07T07:03:04.906" v="1184" actId="1076"/>
        <pc:sldMkLst>
          <pc:docMk/>
          <pc:sldMk cId="91496466" sldId="727"/>
        </pc:sldMkLst>
        <pc:spChg chg="mod">
          <ac:chgData name="rahil ahmed" userId="ded1584161e7ebdc" providerId="LiveId" clId="{4CC5E4A1-5A9F-41C6-83D1-A0845B0B48C9}" dt="2026-03-07T07:02:21.698" v="1179" actId="1076"/>
          <ac:spMkLst>
            <pc:docMk/>
            <pc:sldMk cId="91496466" sldId="727"/>
            <ac:spMk id="2" creationId="{9F902B95-AE40-C88E-32D3-E822686A56AF}"/>
          </ac:spMkLst>
        </pc:spChg>
        <pc:spChg chg="mod">
          <ac:chgData name="rahil ahmed" userId="ded1584161e7ebdc" providerId="LiveId" clId="{4CC5E4A1-5A9F-41C6-83D1-A0845B0B48C9}" dt="2026-03-07T07:02:27.447" v="1180" actId="1076"/>
          <ac:spMkLst>
            <pc:docMk/>
            <pc:sldMk cId="91496466" sldId="727"/>
            <ac:spMk id="3" creationId="{1FFA6589-F666-411B-F2C9-7235928EF3D8}"/>
          </ac:spMkLst>
        </pc:spChg>
        <pc:picChg chg="add mod">
          <ac:chgData name="rahil ahmed" userId="ded1584161e7ebdc" providerId="LiveId" clId="{4CC5E4A1-5A9F-41C6-83D1-A0845B0B48C9}" dt="2026-03-07T07:03:04.906" v="1184" actId="1076"/>
          <ac:picMkLst>
            <pc:docMk/>
            <pc:sldMk cId="91496466" sldId="727"/>
            <ac:picMk id="5" creationId="{88710A2B-41AF-EA2C-8115-4C92EAFA49B5}"/>
          </ac:picMkLst>
        </pc:picChg>
      </pc:sldChg>
      <pc:sldChg chg="modSp new mod">
        <pc:chgData name="rahil ahmed" userId="ded1584161e7ebdc" providerId="LiveId" clId="{4CC5E4A1-5A9F-41C6-83D1-A0845B0B48C9}" dt="2026-03-07T07:05:14.398" v="1229" actId="14100"/>
        <pc:sldMkLst>
          <pc:docMk/>
          <pc:sldMk cId="480425277" sldId="728"/>
        </pc:sldMkLst>
        <pc:spChg chg="mod">
          <ac:chgData name="rahil ahmed" userId="ded1584161e7ebdc" providerId="LiveId" clId="{4CC5E4A1-5A9F-41C6-83D1-A0845B0B48C9}" dt="2026-03-07T07:04:23.695" v="1198" actId="122"/>
          <ac:spMkLst>
            <pc:docMk/>
            <pc:sldMk cId="480425277" sldId="728"/>
            <ac:spMk id="2" creationId="{2E2A4455-5991-A8C0-6AEB-B9B8BE9BA5F0}"/>
          </ac:spMkLst>
        </pc:spChg>
        <pc:spChg chg="mod">
          <ac:chgData name="rahil ahmed" userId="ded1584161e7ebdc" providerId="LiveId" clId="{4CC5E4A1-5A9F-41C6-83D1-A0845B0B48C9}" dt="2026-03-07T07:05:14.398" v="1229" actId="14100"/>
          <ac:spMkLst>
            <pc:docMk/>
            <pc:sldMk cId="480425277" sldId="728"/>
            <ac:spMk id="3" creationId="{4E017FAA-58D0-8FAD-C712-9CCF652433A6}"/>
          </ac:spMkLst>
        </pc:spChg>
      </pc:sldChg>
      <pc:sldChg chg="addSp modSp new mod">
        <pc:chgData name="rahil ahmed" userId="ded1584161e7ebdc" providerId="LiveId" clId="{4CC5E4A1-5A9F-41C6-83D1-A0845B0B48C9}" dt="2026-03-07T07:07:31.728" v="1274" actId="14100"/>
        <pc:sldMkLst>
          <pc:docMk/>
          <pc:sldMk cId="2621141265" sldId="729"/>
        </pc:sldMkLst>
        <pc:spChg chg="mod">
          <ac:chgData name="rahil ahmed" userId="ded1584161e7ebdc" providerId="LiveId" clId="{4CC5E4A1-5A9F-41C6-83D1-A0845B0B48C9}" dt="2026-03-07T07:06:36.392" v="1266" actId="1076"/>
          <ac:spMkLst>
            <pc:docMk/>
            <pc:sldMk cId="2621141265" sldId="729"/>
            <ac:spMk id="2" creationId="{E7A18E52-4B3F-0A81-431D-E06FBE62161C}"/>
          </ac:spMkLst>
        </pc:spChg>
        <pc:spChg chg="mod">
          <ac:chgData name="rahil ahmed" userId="ded1584161e7ebdc" providerId="LiveId" clId="{4CC5E4A1-5A9F-41C6-83D1-A0845B0B48C9}" dt="2026-03-07T07:07:16.934" v="1272" actId="14100"/>
          <ac:spMkLst>
            <pc:docMk/>
            <pc:sldMk cId="2621141265" sldId="729"/>
            <ac:spMk id="3" creationId="{25B0F5ED-3E31-F20A-63EF-C8F25F8D375D}"/>
          </ac:spMkLst>
        </pc:spChg>
        <pc:picChg chg="add mod">
          <ac:chgData name="rahil ahmed" userId="ded1584161e7ebdc" providerId="LiveId" clId="{4CC5E4A1-5A9F-41C6-83D1-A0845B0B48C9}" dt="2026-03-07T07:07:31.728" v="1274" actId="14100"/>
          <ac:picMkLst>
            <pc:docMk/>
            <pc:sldMk cId="2621141265" sldId="729"/>
            <ac:picMk id="5" creationId="{85545DAC-4785-E6D4-8627-B7042FF2DADC}"/>
          </ac:picMkLst>
        </pc:picChg>
      </pc:sldChg>
      <pc:sldChg chg="addSp modSp new mod">
        <pc:chgData name="rahil ahmed" userId="ded1584161e7ebdc" providerId="LiveId" clId="{4CC5E4A1-5A9F-41C6-83D1-A0845B0B48C9}" dt="2026-03-07T07:10:58.711" v="1305" actId="14100"/>
        <pc:sldMkLst>
          <pc:docMk/>
          <pc:sldMk cId="246753707" sldId="730"/>
        </pc:sldMkLst>
        <pc:spChg chg="mod">
          <ac:chgData name="rahil ahmed" userId="ded1584161e7ebdc" providerId="LiveId" clId="{4CC5E4A1-5A9F-41C6-83D1-A0845B0B48C9}" dt="2026-03-07T07:09:46.447" v="1296" actId="122"/>
          <ac:spMkLst>
            <pc:docMk/>
            <pc:sldMk cId="246753707" sldId="730"/>
            <ac:spMk id="2" creationId="{04FE154E-6F8C-F7B2-339B-4876760B2D06}"/>
          </ac:spMkLst>
        </pc:spChg>
        <pc:spChg chg="mod">
          <ac:chgData name="rahil ahmed" userId="ded1584161e7ebdc" providerId="LiveId" clId="{4CC5E4A1-5A9F-41C6-83D1-A0845B0B48C9}" dt="2026-03-07T07:10:58.711" v="1305" actId="14100"/>
          <ac:spMkLst>
            <pc:docMk/>
            <pc:sldMk cId="246753707" sldId="730"/>
            <ac:spMk id="3" creationId="{26D4DD91-1FEA-6123-51A5-4BC27B66E6F7}"/>
          </ac:spMkLst>
        </pc:spChg>
        <pc:picChg chg="add mod">
          <ac:chgData name="rahil ahmed" userId="ded1584161e7ebdc" providerId="LiveId" clId="{4CC5E4A1-5A9F-41C6-83D1-A0845B0B48C9}" dt="2026-03-07T07:10:53.714" v="1304" actId="1076"/>
          <ac:picMkLst>
            <pc:docMk/>
            <pc:sldMk cId="246753707" sldId="730"/>
            <ac:picMk id="5" creationId="{FE82C453-68D7-8800-4CBF-6F669A9EF8DB}"/>
          </ac:picMkLst>
        </pc:picChg>
      </pc:sldChg>
      <pc:sldChg chg="modSp new mod">
        <pc:chgData name="rahil ahmed" userId="ded1584161e7ebdc" providerId="LiveId" clId="{4CC5E4A1-5A9F-41C6-83D1-A0845B0B48C9}" dt="2026-03-07T07:12:01.469" v="1322" actId="14100"/>
        <pc:sldMkLst>
          <pc:docMk/>
          <pc:sldMk cId="2034597815" sldId="731"/>
        </pc:sldMkLst>
        <pc:spChg chg="mod">
          <ac:chgData name="rahil ahmed" userId="ded1584161e7ebdc" providerId="LiveId" clId="{4CC5E4A1-5A9F-41C6-83D1-A0845B0B48C9}" dt="2026-03-07T07:11:56.227" v="1321" actId="122"/>
          <ac:spMkLst>
            <pc:docMk/>
            <pc:sldMk cId="2034597815" sldId="731"/>
            <ac:spMk id="2" creationId="{CBD4C5E6-BE70-639B-D604-ABEC96F7EA76}"/>
          </ac:spMkLst>
        </pc:spChg>
        <pc:spChg chg="mod">
          <ac:chgData name="rahil ahmed" userId="ded1584161e7ebdc" providerId="LiveId" clId="{4CC5E4A1-5A9F-41C6-83D1-A0845B0B48C9}" dt="2026-03-07T07:12:01.469" v="1322" actId="14100"/>
          <ac:spMkLst>
            <pc:docMk/>
            <pc:sldMk cId="2034597815" sldId="731"/>
            <ac:spMk id="3" creationId="{244621D3-5047-B474-B03D-DB2E1B8D3E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07-03-2026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86A4-7AE6-C1EB-54F8-FFA523D7C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D3088-9E90-6940-99AD-2FDFC0CA60D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711305B-D4B8-E182-5405-D95D9915DD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CCCA6B-4B29-9CAC-8E52-AC5F51D0B7C9}"/>
              </a:ext>
            </a:extLst>
          </p:cNvPr>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26827315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latin typeface="Calibri" panose="020F0502020204030204" pitchFamily="34" charset="0"/>
            </a:endParaRPr>
          </a:p>
          <a:p>
            <a:pPr algn="ctr"/>
            <a:endParaRPr lang="en-US" sz="4400" b="1" dirty="0">
              <a:latin typeface="Bahnschrift" panose="020B0502040204020203" pitchFamily="34" charset="0"/>
            </a:endParaRPr>
          </a:p>
          <a:p>
            <a:pPr algn="ctr"/>
            <a:r>
              <a:rPr lang="en-US" sz="4400" b="1" dirty="0">
                <a:latin typeface="Bahnschrift" panose="020B0502040204020203" pitchFamily="34" charset="0"/>
              </a:rPr>
              <a:t>DATA SCIENCE- CAPSTONE PROJECT</a:t>
            </a:r>
          </a:p>
          <a:p>
            <a:pPr algn="ctr"/>
            <a:r>
              <a:rPr lang="en-US" sz="4000" b="1" dirty="0">
                <a:latin typeface="Aptos Narrow" panose="020B0004020202020204" pitchFamily="34" charset="0"/>
              </a:rPr>
              <a:t>E-COMMERCE PRODUCT </a:t>
            </a:r>
          </a:p>
          <a:p>
            <a:pPr algn="ctr"/>
            <a:r>
              <a:rPr lang="en-US" sz="4000" b="1" dirty="0">
                <a:latin typeface="Aptos Narrow" panose="020B0004020202020204" pitchFamily="34" charset="0"/>
              </a:rPr>
              <a:t>DELIVERY 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normAutofit/>
          </a:bodyPr>
          <a:lstStyle/>
          <a:p>
            <a:pPr algn="ctr"/>
            <a:r>
              <a:rPr lang="en-IN" dirty="0"/>
              <a:t>Product Delivery Timeliness &amp; It’s Significance</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dirty="0"/>
              <a:t>This project aims to enhance the understanding of product delivery patterns and customer behavior for an international e-commerce company specializing in electronic products. By leveraging machine learning, the project seeks to predict whether products will reach customers on time. The goal is to develop robust machine learning models to accurately predict product delivery timeliness, enabling the company to improve customer satisfaction, optimize logistics, and gain insights into factors affecting delivery performance.</a:t>
            </a:r>
          </a:p>
          <a:p>
            <a:pPr marL="0" indent="0">
              <a:buNone/>
            </a:pP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pPr algn="ctr"/>
            <a:r>
              <a:rPr lang="en-US" u="sng" dirty="0"/>
              <a:t>Agenda of The Project</a:t>
            </a:r>
            <a:endParaRPr lang="en-IN" u="sng"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normAutofit/>
          </a:bodyPr>
          <a:lstStyle/>
          <a:p>
            <a:r>
              <a:rPr lang="en-US" dirty="0"/>
              <a:t>Documented machine learning models specifically designed for predicting product delivery timeliness. </a:t>
            </a:r>
          </a:p>
          <a:p>
            <a:r>
              <a:rPr lang="en-US" dirty="0"/>
              <a:t>Comprehensive data visualizations illustrating relationships between various factors and delivery performance. </a:t>
            </a:r>
          </a:p>
          <a:p>
            <a:r>
              <a:rPr lang="en-US" dirty="0"/>
              <a:t>A comparative analysis of different machine learning algorithms for this classification task. </a:t>
            </a:r>
          </a:p>
          <a:p>
            <a:pPr marL="0" indent="0">
              <a:buNone/>
            </a:pPr>
            <a:endParaRPr lang="en-US" dirty="0"/>
          </a:p>
          <a:p>
            <a:pPr marL="0" indent="0">
              <a:buNone/>
            </a:pPr>
            <a:r>
              <a:rPr lang="en-US" dirty="0"/>
              <a:t>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F9630-AF2C-8D2F-3DE3-6DAA6D7CF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E5919-32EE-9F40-9ADB-E219FBA7F9D9}"/>
              </a:ext>
            </a:extLst>
          </p:cNvPr>
          <p:cNvSpPr>
            <a:spLocks noGrp="1"/>
          </p:cNvSpPr>
          <p:nvPr>
            <p:ph type="title"/>
          </p:nvPr>
        </p:nvSpPr>
        <p:spPr/>
        <p:txBody>
          <a:bodyPr/>
          <a:lstStyle/>
          <a:p>
            <a:pPr algn="ctr"/>
            <a:r>
              <a:rPr lang="en-US" u="sng" dirty="0"/>
              <a:t>PROJECT GUIDELINES</a:t>
            </a:r>
            <a:endParaRPr lang="en-IN" u="sng" dirty="0"/>
          </a:p>
        </p:txBody>
      </p:sp>
      <p:sp>
        <p:nvSpPr>
          <p:cNvPr id="4" name="Rectangle 1">
            <a:extLst>
              <a:ext uri="{FF2B5EF4-FFF2-40B4-BE49-F238E27FC236}">
                <a16:creationId xmlns:a16="http://schemas.microsoft.com/office/drawing/2014/main" id="{C0833E7B-405C-2E82-AF7D-E98822ACABE4}"/>
              </a:ext>
            </a:extLst>
          </p:cNvPr>
          <p:cNvSpPr>
            <a:spLocks noGrp="1" noChangeArrowheads="1"/>
          </p:cNvSpPr>
          <p:nvPr>
            <p:ph idx="1"/>
          </p:nvPr>
        </p:nvSpPr>
        <p:spPr bwMode="auto">
          <a:xfrm>
            <a:off x="679449" y="1709876"/>
            <a:ext cx="1033310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Data Exploration &amp; Preprocessing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Feature Engineering &amp; Encodin</a:t>
            </a:r>
            <a:r>
              <a:rPr lang="en-US" altLang="en-US" sz="2400" dirty="0">
                <a:solidFill>
                  <a:schemeClr val="tx1"/>
                </a:solidFill>
                <a:latin typeface="Arial" panose="020B0604020202020204" pitchFamily="34" charset="0"/>
              </a:rPr>
              <a:t>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Model Selection &amp; Training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Hyperparameter Tuning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Model Evaluation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Feature Importance Analysis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Results &amp; Business Insights</a:t>
            </a:r>
          </a:p>
        </p:txBody>
      </p:sp>
    </p:spTree>
    <p:extLst>
      <p:ext uri="{BB962C8B-B14F-4D97-AF65-F5344CB8AC3E}">
        <p14:creationId xmlns:p14="http://schemas.microsoft.com/office/powerpoint/2010/main" val="3182357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F012-BD43-6EE3-CD16-CC8A56A75334}"/>
              </a:ext>
            </a:extLst>
          </p:cNvPr>
          <p:cNvSpPr>
            <a:spLocks noGrp="1"/>
          </p:cNvSpPr>
          <p:nvPr>
            <p:ph type="title"/>
          </p:nvPr>
        </p:nvSpPr>
        <p:spPr>
          <a:xfrm>
            <a:off x="549675" y="278296"/>
            <a:ext cx="10834234" cy="516835"/>
          </a:xfrm>
        </p:spPr>
        <p:txBody>
          <a:bodyPr>
            <a:normAutofit/>
          </a:bodyPr>
          <a:lstStyle/>
          <a:p>
            <a:pPr algn="ctr"/>
            <a:r>
              <a:rPr lang="en-US" dirty="0"/>
              <a:t>Data Exploration &amp; Preprocessing</a:t>
            </a:r>
            <a:endParaRPr lang="en-IN" dirty="0"/>
          </a:p>
        </p:txBody>
      </p:sp>
      <p:sp>
        <p:nvSpPr>
          <p:cNvPr id="3" name="Content Placeholder 2">
            <a:extLst>
              <a:ext uri="{FF2B5EF4-FFF2-40B4-BE49-F238E27FC236}">
                <a16:creationId xmlns:a16="http://schemas.microsoft.com/office/drawing/2014/main" id="{EB43D63A-4920-C3B0-44F1-CA5607D48B99}"/>
              </a:ext>
            </a:extLst>
          </p:cNvPr>
          <p:cNvSpPr>
            <a:spLocks noGrp="1"/>
          </p:cNvSpPr>
          <p:nvPr>
            <p:ph idx="1"/>
          </p:nvPr>
        </p:nvSpPr>
        <p:spPr>
          <a:xfrm>
            <a:off x="77713" y="1441172"/>
            <a:ext cx="8504872" cy="4174436"/>
          </a:xfrm>
        </p:spPr>
        <p:txBody>
          <a:bodyPr>
            <a:normAutofit/>
          </a:bodyPr>
          <a:lstStyle/>
          <a:p>
            <a:pPr marL="0" indent="0">
              <a:buNone/>
            </a:pPr>
            <a:r>
              <a:rPr lang="en-US" sz="2400" b="1" dirty="0"/>
              <a:t>Exploratory Data Analysis</a:t>
            </a:r>
            <a:endParaRPr lang="en-US" sz="2400" dirty="0"/>
          </a:p>
          <a:p>
            <a:r>
              <a:rPr lang="en-US" sz="2400" dirty="0"/>
              <a:t>Examined dataset structure and feature distributions</a:t>
            </a:r>
          </a:p>
          <a:p>
            <a:r>
              <a:rPr lang="en-US" sz="2400" dirty="0"/>
              <a:t>Analyzed delivery outcome patterns in the dataset</a:t>
            </a:r>
          </a:p>
          <a:p>
            <a:pPr marL="0" indent="0">
              <a:buNone/>
            </a:pPr>
            <a:r>
              <a:rPr lang="en-US" sz="2400" b="1" dirty="0"/>
              <a:t>Key Observation</a:t>
            </a:r>
            <a:endParaRPr lang="en-US" sz="2400" dirty="0"/>
          </a:p>
          <a:p>
            <a:r>
              <a:rPr lang="en-US" sz="2400" dirty="0"/>
              <a:t>Around </a:t>
            </a:r>
            <a:r>
              <a:rPr lang="en-US" sz="2400" b="1" dirty="0"/>
              <a:t>59.7% of deliveries were delayed</a:t>
            </a:r>
            <a:r>
              <a:rPr lang="en-US" sz="2400" dirty="0"/>
              <a:t> while </a:t>
            </a:r>
            <a:r>
              <a:rPr lang="en-US" sz="2400" b="1" dirty="0"/>
              <a:t>40.3% were delivered on time</a:t>
            </a:r>
            <a:r>
              <a:rPr lang="en-US" sz="2400" dirty="0"/>
              <a:t>, indicating moderate class imbalance.</a:t>
            </a:r>
          </a:p>
          <a:p>
            <a:endParaRPr lang="en-IN" dirty="0"/>
          </a:p>
        </p:txBody>
      </p:sp>
      <p:pic>
        <p:nvPicPr>
          <p:cNvPr id="7" name="Picture 6">
            <a:extLst>
              <a:ext uri="{FF2B5EF4-FFF2-40B4-BE49-F238E27FC236}">
                <a16:creationId xmlns:a16="http://schemas.microsoft.com/office/drawing/2014/main" id="{C681AE17-D1F2-7CB3-78D1-8F19BF86A8C0}"/>
              </a:ext>
            </a:extLst>
          </p:cNvPr>
          <p:cNvPicPr>
            <a:picLocks noChangeAspect="1"/>
          </p:cNvPicPr>
          <p:nvPr/>
        </p:nvPicPr>
        <p:blipFill>
          <a:blip r:embed="rId2"/>
          <a:stretch>
            <a:fillRect/>
          </a:stretch>
        </p:blipFill>
        <p:spPr>
          <a:xfrm>
            <a:off x="7861852" y="934278"/>
            <a:ext cx="4330148" cy="4860235"/>
          </a:xfrm>
          <a:prstGeom prst="rect">
            <a:avLst/>
          </a:prstGeom>
        </p:spPr>
      </p:pic>
    </p:spTree>
    <p:extLst>
      <p:ext uri="{BB962C8B-B14F-4D97-AF65-F5344CB8AC3E}">
        <p14:creationId xmlns:p14="http://schemas.microsoft.com/office/powerpoint/2010/main" val="1658279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3" y="196162"/>
            <a:ext cx="10834234" cy="612775"/>
          </a:xfrm>
        </p:spPr>
        <p:txBody>
          <a:bodyPr>
            <a:normAutofit/>
          </a:bodyPr>
          <a:lstStyle/>
          <a:p>
            <a:pPr algn="ctr"/>
            <a:r>
              <a:rPr lang="en-US" dirty="0"/>
              <a:t>Feature Relationships &amp; Correlation Analysis</a:t>
            </a:r>
          </a:p>
        </p:txBody>
      </p:sp>
      <p:sp>
        <p:nvSpPr>
          <p:cNvPr id="3" name="Content Placeholder 2">
            <a:extLst>
              <a:ext uri="{FF2B5EF4-FFF2-40B4-BE49-F238E27FC236}">
                <a16:creationId xmlns:a16="http://schemas.microsoft.com/office/drawing/2014/main" id="{374B11DB-CB75-6808-30EC-91920F0708E7}"/>
              </a:ext>
            </a:extLst>
          </p:cNvPr>
          <p:cNvSpPr>
            <a:spLocks noGrp="1"/>
          </p:cNvSpPr>
          <p:nvPr>
            <p:ph idx="1"/>
          </p:nvPr>
        </p:nvSpPr>
        <p:spPr>
          <a:xfrm>
            <a:off x="62658" y="1115324"/>
            <a:ext cx="7004064" cy="3844302"/>
          </a:xfrm>
        </p:spPr>
        <p:txBody>
          <a:bodyPr>
            <a:normAutofit/>
          </a:bodyPr>
          <a:lstStyle/>
          <a:p>
            <a:pPr marL="0" indent="0">
              <a:buNone/>
            </a:pPr>
            <a:r>
              <a:rPr lang="en-US" sz="2400" b="1" dirty="0"/>
              <a:t>Correlation Analysis</a:t>
            </a:r>
            <a:endParaRPr lang="en-US" sz="2400" dirty="0"/>
          </a:p>
          <a:p>
            <a:r>
              <a:rPr lang="en-US" sz="2400" dirty="0"/>
              <a:t>Examined relationships between numerical features</a:t>
            </a:r>
          </a:p>
          <a:p>
            <a:r>
              <a:rPr lang="en-US" sz="2400" dirty="0"/>
              <a:t>Identified variables that influence delivery timeliness</a:t>
            </a:r>
          </a:p>
          <a:p>
            <a:pPr marL="0" indent="0">
              <a:buNone/>
            </a:pPr>
            <a:r>
              <a:rPr lang="en-US" sz="2400" b="1" dirty="0"/>
              <a:t>Key Insights</a:t>
            </a:r>
            <a:endParaRPr lang="en-US" sz="2400" dirty="0"/>
          </a:p>
          <a:p>
            <a:r>
              <a:rPr lang="en-US" sz="2400" b="1" dirty="0" err="1"/>
              <a:t>Discount_offered</a:t>
            </a:r>
            <a:r>
              <a:rPr lang="en-US" sz="2400" dirty="0"/>
              <a:t> shows the strongest relationship with delivery outcome</a:t>
            </a:r>
          </a:p>
          <a:p>
            <a:r>
              <a:rPr lang="en-US" sz="2400" b="1" dirty="0" err="1"/>
              <a:t>Weight_in_gms</a:t>
            </a:r>
            <a:r>
              <a:rPr lang="en-US" sz="2400" dirty="0"/>
              <a:t> also shows moderate influence</a:t>
            </a:r>
          </a:p>
          <a:p>
            <a:r>
              <a:rPr lang="en-US" sz="2400" dirty="0"/>
              <a:t>Other features show weaker correlations</a:t>
            </a:r>
          </a:p>
          <a:p>
            <a:endParaRPr lang="en-IN" dirty="0"/>
          </a:p>
        </p:txBody>
      </p:sp>
      <p:pic>
        <p:nvPicPr>
          <p:cNvPr id="7" name="Picture 6">
            <a:extLst>
              <a:ext uri="{FF2B5EF4-FFF2-40B4-BE49-F238E27FC236}">
                <a16:creationId xmlns:a16="http://schemas.microsoft.com/office/drawing/2014/main" id="{27851961-A09C-BC65-82CB-D73B6E12D9A3}"/>
              </a:ext>
            </a:extLst>
          </p:cNvPr>
          <p:cNvPicPr>
            <a:picLocks noChangeAspect="1"/>
          </p:cNvPicPr>
          <p:nvPr/>
        </p:nvPicPr>
        <p:blipFill>
          <a:blip r:embed="rId3"/>
          <a:stretch>
            <a:fillRect/>
          </a:stretch>
        </p:blipFill>
        <p:spPr>
          <a:xfrm>
            <a:off x="7066722" y="808936"/>
            <a:ext cx="5062620" cy="4933739"/>
          </a:xfrm>
          <a:prstGeom prst="rect">
            <a:avLst/>
          </a:prstGeom>
        </p:spPr>
      </p:pic>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44FC-FDED-B232-1871-89E36E7FA6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0DC1C3-24CE-BC0A-31B5-7D0974BFE043}"/>
              </a:ext>
            </a:extLst>
          </p:cNvPr>
          <p:cNvSpPr>
            <a:spLocks noGrp="1"/>
          </p:cNvSpPr>
          <p:nvPr>
            <p:ph type="title"/>
          </p:nvPr>
        </p:nvSpPr>
        <p:spPr>
          <a:xfrm>
            <a:off x="579493" y="345248"/>
            <a:ext cx="10834234" cy="612775"/>
          </a:xfrm>
        </p:spPr>
        <p:txBody>
          <a:bodyPr>
            <a:normAutofit/>
          </a:bodyPr>
          <a:lstStyle/>
          <a:p>
            <a:pPr algn="ctr"/>
            <a:r>
              <a:rPr lang="en-US" dirty="0"/>
              <a:t>Feature Engineering &amp; Encoding</a:t>
            </a:r>
          </a:p>
        </p:txBody>
      </p:sp>
      <p:sp>
        <p:nvSpPr>
          <p:cNvPr id="3" name="Content Placeholder 2">
            <a:extLst>
              <a:ext uri="{FF2B5EF4-FFF2-40B4-BE49-F238E27FC236}">
                <a16:creationId xmlns:a16="http://schemas.microsoft.com/office/drawing/2014/main" id="{1E3911DD-8CB9-5B8B-943E-398A8D351380}"/>
              </a:ext>
            </a:extLst>
          </p:cNvPr>
          <p:cNvSpPr>
            <a:spLocks noGrp="1"/>
          </p:cNvSpPr>
          <p:nvPr>
            <p:ph idx="1"/>
          </p:nvPr>
        </p:nvSpPr>
        <p:spPr>
          <a:xfrm>
            <a:off x="291258" y="958023"/>
            <a:ext cx="7351933" cy="4701208"/>
          </a:xfrm>
        </p:spPr>
        <p:txBody>
          <a:bodyPr/>
          <a:lstStyle/>
          <a:p>
            <a:pPr marL="0" indent="0">
              <a:buNone/>
            </a:pPr>
            <a:r>
              <a:rPr lang="en-US" sz="2400" b="1" dirty="0"/>
              <a:t>Feature Engineering</a:t>
            </a:r>
            <a:endParaRPr lang="en-US" sz="2400" dirty="0"/>
          </a:p>
          <a:p>
            <a:r>
              <a:rPr lang="en-US" sz="2400" dirty="0"/>
              <a:t>Selected relevant variables influencing delivery performance</a:t>
            </a:r>
          </a:p>
          <a:p>
            <a:r>
              <a:rPr lang="en-US" sz="2400" dirty="0"/>
              <a:t>Separated features and target variable for modeling</a:t>
            </a:r>
          </a:p>
          <a:p>
            <a:r>
              <a:rPr lang="en-US" sz="2400" dirty="0"/>
              <a:t>Analyzed feature relationships with delivery status</a:t>
            </a:r>
          </a:p>
          <a:p>
            <a:pPr marL="0" indent="0">
              <a:buNone/>
            </a:pPr>
            <a:r>
              <a:rPr lang="en-US" sz="2400" b="1" dirty="0"/>
              <a:t>Encoding &amp; Scaling</a:t>
            </a:r>
            <a:endParaRPr lang="en-US" sz="2400" dirty="0"/>
          </a:p>
          <a:p>
            <a:r>
              <a:rPr lang="en-US" sz="2400" dirty="0"/>
              <a:t>Applied </a:t>
            </a:r>
            <a:r>
              <a:rPr lang="en-US" sz="2400" b="1" dirty="0"/>
              <a:t>One-Hot Encoding</a:t>
            </a:r>
            <a:r>
              <a:rPr lang="en-US" sz="2400" dirty="0"/>
              <a:t> for categorical variables</a:t>
            </a:r>
          </a:p>
          <a:p>
            <a:r>
              <a:rPr lang="en-US" sz="2400" dirty="0"/>
              <a:t>Applied </a:t>
            </a:r>
            <a:r>
              <a:rPr lang="en-US" sz="2400" b="1" dirty="0"/>
              <a:t>Ordinal Encoding</a:t>
            </a:r>
            <a:r>
              <a:rPr lang="en-US" sz="2400" dirty="0"/>
              <a:t> for ordered features</a:t>
            </a:r>
          </a:p>
          <a:p>
            <a:r>
              <a:rPr lang="en-US" sz="2400" dirty="0"/>
              <a:t>Standardized numerical features using </a:t>
            </a:r>
            <a:r>
              <a:rPr lang="en-US" sz="2400" b="1" dirty="0" err="1"/>
              <a:t>StandardScaler</a:t>
            </a:r>
            <a:endParaRPr lang="en-US" sz="2400" dirty="0"/>
          </a:p>
          <a:p>
            <a:endParaRPr lang="en-IN" dirty="0"/>
          </a:p>
        </p:txBody>
      </p:sp>
    </p:spTree>
    <p:extLst>
      <p:ext uri="{BB962C8B-B14F-4D97-AF65-F5344CB8AC3E}">
        <p14:creationId xmlns:p14="http://schemas.microsoft.com/office/powerpoint/2010/main" val="2969930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2B95-AE40-C88E-32D3-E822686A56AF}"/>
              </a:ext>
            </a:extLst>
          </p:cNvPr>
          <p:cNvSpPr>
            <a:spLocks noGrp="1"/>
          </p:cNvSpPr>
          <p:nvPr>
            <p:ph type="title"/>
          </p:nvPr>
        </p:nvSpPr>
        <p:spPr>
          <a:xfrm>
            <a:off x="579493" y="116649"/>
            <a:ext cx="10834234" cy="612775"/>
          </a:xfrm>
        </p:spPr>
        <p:txBody>
          <a:bodyPr>
            <a:normAutofit/>
          </a:bodyPr>
          <a:lstStyle/>
          <a:p>
            <a:pPr algn="ctr"/>
            <a:r>
              <a:rPr lang="en-US" dirty="0"/>
              <a:t>Model Selection &amp; Training</a:t>
            </a:r>
            <a:endParaRPr lang="en-IN" dirty="0"/>
          </a:p>
        </p:txBody>
      </p:sp>
      <p:sp>
        <p:nvSpPr>
          <p:cNvPr id="3" name="Content Placeholder 2">
            <a:extLst>
              <a:ext uri="{FF2B5EF4-FFF2-40B4-BE49-F238E27FC236}">
                <a16:creationId xmlns:a16="http://schemas.microsoft.com/office/drawing/2014/main" id="{1FFA6589-F666-411B-F2C9-7235928EF3D8}"/>
              </a:ext>
            </a:extLst>
          </p:cNvPr>
          <p:cNvSpPr>
            <a:spLocks noGrp="1"/>
          </p:cNvSpPr>
          <p:nvPr>
            <p:ph idx="1"/>
          </p:nvPr>
        </p:nvSpPr>
        <p:spPr>
          <a:xfrm>
            <a:off x="410529" y="1098605"/>
            <a:ext cx="6517046" cy="4000168"/>
          </a:xfrm>
        </p:spPr>
        <p:txBody>
          <a:bodyPr>
            <a:normAutofit fontScale="32500" lnSpcReduction="20000"/>
          </a:bodyPr>
          <a:lstStyle/>
          <a:p>
            <a:pPr marL="0" indent="0">
              <a:buNone/>
            </a:pPr>
            <a:r>
              <a:rPr lang="en-US" sz="7400" b="1" dirty="0"/>
              <a:t>Machine Learning Models Evaluated</a:t>
            </a:r>
            <a:endParaRPr lang="en-US" sz="7400" dirty="0"/>
          </a:p>
          <a:p>
            <a:r>
              <a:rPr lang="en-US" sz="7400" dirty="0"/>
              <a:t>Logistic Regression</a:t>
            </a:r>
          </a:p>
          <a:p>
            <a:r>
              <a:rPr lang="en-US" sz="7400" dirty="0"/>
              <a:t>Decision Tree</a:t>
            </a:r>
          </a:p>
          <a:p>
            <a:r>
              <a:rPr lang="en-US" sz="7400" dirty="0"/>
              <a:t>Random Forest</a:t>
            </a:r>
          </a:p>
          <a:p>
            <a:r>
              <a:rPr lang="en-US" sz="7400" dirty="0"/>
              <a:t>K-Nearest Neighbors</a:t>
            </a:r>
          </a:p>
          <a:p>
            <a:pPr marL="0" indent="0">
              <a:buNone/>
            </a:pPr>
            <a:r>
              <a:rPr lang="en-US" sz="7400" b="1" dirty="0"/>
              <a:t>Training Process</a:t>
            </a:r>
            <a:endParaRPr lang="en-US" sz="7400" dirty="0"/>
          </a:p>
          <a:p>
            <a:r>
              <a:rPr lang="en-US" sz="7400" dirty="0"/>
              <a:t>Dataset split into </a:t>
            </a:r>
            <a:r>
              <a:rPr lang="en-US" sz="7400" b="1" dirty="0"/>
              <a:t>Training and Testing sets</a:t>
            </a:r>
            <a:endParaRPr lang="en-US" sz="7400" dirty="0"/>
          </a:p>
          <a:p>
            <a:r>
              <a:rPr lang="en-US" sz="7400" b="1" dirty="0"/>
              <a:t>Stratified sampling</a:t>
            </a:r>
            <a:r>
              <a:rPr lang="en-US" sz="7400" dirty="0"/>
              <a:t> used to maintain class distribution</a:t>
            </a:r>
          </a:p>
          <a:p>
            <a:r>
              <a:rPr lang="en-US" sz="7400" b="1" dirty="0"/>
              <a:t>Cross-validation</a:t>
            </a:r>
            <a:r>
              <a:rPr lang="en-US" sz="7400" dirty="0"/>
              <a:t> used to evaluate model performance</a:t>
            </a:r>
          </a:p>
          <a:p>
            <a:endParaRPr lang="en-IN" sz="2400" dirty="0"/>
          </a:p>
        </p:txBody>
      </p:sp>
      <p:pic>
        <p:nvPicPr>
          <p:cNvPr id="5" name="Picture 4">
            <a:extLst>
              <a:ext uri="{FF2B5EF4-FFF2-40B4-BE49-F238E27FC236}">
                <a16:creationId xmlns:a16="http://schemas.microsoft.com/office/drawing/2014/main" id="{88710A2B-41AF-EA2C-8115-4C92EAFA49B5}"/>
              </a:ext>
            </a:extLst>
          </p:cNvPr>
          <p:cNvPicPr>
            <a:picLocks noChangeAspect="1"/>
          </p:cNvPicPr>
          <p:nvPr/>
        </p:nvPicPr>
        <p:blipFill>
          <a:blip r:embed="rId2"/>
          <a:stretch>
            <a:fillRect/>
          </a:stretch>
        </p:blipFill>
        <p:spPr>
          <a:xfrm>
            <a:off x="6096000" y="960161"/>
            <a:ext cx="6096000" cy="4619625"/>
          </a:xfrm>
          <a:prstGeom prst="rect">
            <a:avLst/>
          </a:prstGeom>
        </p:spPr>
      </p:pic>
    </p:spTree>
    <p:extLst>
      <p:ext uri="{BB962C8B-B14F-4D97-AF65-F5344CB8AC3E}">
        <p14:creationId xmlns:p14="http://schemas.microsoft.com/office/powerpoint/2010/main" val="91496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4455-5991-A8C0-6AEB-B9B8BE9BA5F0}"/>
              </a:ext>
            </a:extLst>
          </p:cNvPr>
          <p:cNvSpPr>
            <a:spLocks noGrp="1"/>
          </p:cNvSpPr>
          <p:nvPr>
            <p:ph type="title"/>
          </p:nvPr>
        </p:nvSpPr>
        <p:spPr/>
        <p:txBody>
          <a:bodyPr>
            <a:normAutofit/>
          </a:bodyPr>
          <a:lstStyle/>
          <a:p>
            <a:pPr algn="ctr"/>
            <a:r>
              <a:rPr lang="en-IN" dirty="0"/>
              <a:t>Hyperparameter Tuning</a:t>
            </a:r>
          </a:p>
        </p:txBody>
      </p:sp>
      <p:sp>
        <p:nvSpPr>
          <p:cNvPr id="3" name="Content Placeholder 2">
            <a:extLst>
              <a:ext uri="{FF2B5EF4-FFF2-40B4-BE49-F238E27FC236}">
                <a16:creationId xmlns:a16="http://schemas.microsoft.com/office/drawing/2014/main" id="{4E017FAA-58D0-8FAD-C712-9CCF652433A6}"/>
              </a:ext>
            </a:extLst>
          </p:cNvPr>
          <p:cNvSpPr>
            <a:spLocks noGrp="1"/>
          </p:cNvSpPr>
          <p:nvPr>
            <p:ph idx="1"/>
          </p:nvPr>
        </p:nvSpPr>
        <p:spPr>
          <a:xfrm>
            <a:off x="678884" y="1675075"/>
            <a:ext cx="8793107" cy="3483334"/>
          </a:xfrm>
        </p:spPr>
        <p:txBody>
          <a:bodyPr/>
          <a:lstStyle/>
          <a:p>
            <a:pPr marL="0" indent="0">
              <a:buNone/>
            </a:pPr>
            <a:r>
              <a:rPr lang="en-IN" sz="2400" b="1" dirty="0"/>
              <a:t>Model Optimization</a:t>
            </a:r>
            <a:endParaRPr lang="en-IN" sz="2400" dirty="0"/>
          </a:p>
          <a:p>
            <a:r>
              <a:rPr lang="en-IN" sz="2400" dirty="0"/>
              <a:t>Hyperparameters adjusted to improve model performance</a:t>
            </a:r>
          </a:p>
          <a:p>
            <a:r>
              <a:rPr lang="en-IN" sz="2400" dirty="0"/>
              <a:t>Controlled model complexity and overfitting</a:t>
            </a:r>
          </a:p>
          <a:p>
            <a:pPr marL="0" indent="0">
              <a:buNone/>
            </a:pPr>
            <a:r>
              <a:rPr lang="en-IN" sz="2400" dirty="0"/>
              <a:t>Examples of tuned parameters:</a:t>
            </a:r>
          </a:p>
          <a:p>
            <a:r>
              <a:rPr lang="en-IN" sz="2400" dirty="0"/>
              <a:t>Decision Tree → </a:t>
            </a:r>
            <a:r>
              <a:rPr lang="en-IN" sz="2400" dirty="0" err="1"/>
              <a:t>max_depth</a:t>
            </a:r>
            <a:endParaRPr lang="en-IN" sz="2400" dirty="0"/>
          </a:p>
          <a:p>
            <a:r>
              <a:rPr lang="en-IN" sz="2400" dirty="0"/>
              <a:t>Random Forest → number of estimators</a:t>
            </a:r>
          </a:p>
          <a:p>
            <a:r>
              <a:rPr lang="en-IN" sz="2400" dirty="0"/>
              <a:t>Logistic Regression → regularization strength</a:t>
            </a:r>
          </a:p>
          <a:p>
            <a:pPr marL="0" indent="0">
              <a:buNone/>
            </a:pPr>
            <a:endParaRPr lang="en-IN" b="1" dirty="0"/>
          </a:p>
        </p:txBody>
      </p:sp>
    </p:spTree>
    <p:extLst>
      <p:ext uri="{BB962C8B-B14F-4D97-AF65-F5344CB8AC3E}">
        <p14:creationId xmlns:p14="http://schemas.microsoft.com/office/powerpoint/2010/main" val="48042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8E52-4B3F-0A81-431D-E06FBE62161C}"/>
              </a:ext>
            </a:extLst>
          </p:cNvPr>
          <p:cNvSpPr>
            <a:spLocks noGrp="1"/>
          </p:cNvSpPr>
          <p:nvPr>
            <p:ph type="title"/>
          </p:nvPr>
        </p:nvSpPr>
        <p:spPr>
          <a:xfrm>
            <a:off x="559614" y="172084"/>
            <a:ext cx="10834234" cy="612775"/>
          </a:xfrm>
        </p:spPr>
        <p:txBody>
          <a:bodyPr>
            <a:normAutofit/>
          </a:bodyPr>
          <a:lstStyle/>
          <a:p>
            <a:pPr algn="ctr"/>
            <a:r>
              <a:rPr lang="en-US" dirty="0"/>
              <a:t>Model Evaluation</a:t>
            </a:r>
            <a:endParaRPr lang="en-IN" dirty="0"/>
          </a:p>
        </p:txBody>
      </p:sp>
      <p:sp>
        <p:nvSpPr>
          <p:cNvPr id="3" name="Content Placeholder 2">
            <a:extLst>
              <a:ext uri="{FF2B5EF4-FFF2-40B4-BE49-F238E27FC236}">
                <a16:creationId xmlns:a16="http://schemas.microsoft.com/office/drawing/2014/main" id="{25B0F5ED-3E31-F20A-63EF-C8F25F8D375D}"/>
              </a:ext>
            </a:extLst>
          </p:cNvPr>
          <p:cNvSpPr>
            <a:spLocks noGrp="1"/>
          </p:cNvSpPr>
          <p:nvPr>
            <p:ph idx="1"/>
          </p:nvPr>
        </p:nvSpPr>
        <p:spPr>
          <a:xfrm>
            <a:off x="271380" y="1108545"/>
            <a:ext cx="7868768" cy="4398066"/>
          </a:xfrm>
        </p:spPr>
        <p:txBody>
          <a:bodyPr>
            <a:normAutofit fontScale="85000" lnSpcReduction="20000"/>
          </a:bodyPr>
          <a:lstStyle/>
          <a:p>
            <a:pPr marL="0" indent="0">
              <a:buNone/>
            </a:pPr>
            <a:endParaRPr lang="en-US" b="1" dirty="0"/>
          </a:p>
          <a:p>
            <a:pPr marL="0" indent="0">
              <a:buNone/>
            </a:pPr>
            <a:r>
              <a:rPr lang="en-US" b="1" dirty="0"/>
              <a:t>Evaluation Metrics Used: </a:t>
            </a:r>
            <a:endParaRPr lang="en-US" dirty="0"/>
          </a:p>
          <a:p>
            <a:r>
              <a:rPr lang="en-US" dirty="0"/>
              <a:t>Accuracy</a:t>
            </a:r>
          </a:p>
          <a:p>
            <a:r>
              <a:rPr lang="en-US" dirty="0"/>
              <a:t>Precision</a:t>
            </a:r>
          </a:p>
          <a:p>
            <a:r>
              <a:rPr lang="en-US" dirty="0"/>
              <a:t>Recall</a:t>
            </a:r>
          </a:p>
          <a:p>
            <a:r>
              <a:rPr lang="en-US" dirty="0"/>
              <a:t>F1 Score</a:t>
            </a:r>
          </a:p>
          <a:p>
            <a:r>
              <a:rPr lang="en-US" dirty="0"/>
              <a:t>ROC-AUC Score</a:t>
            </a:r>
          </a:p>
          <a:p>
            <a:r>
              <a:rPr lang="en-US" dirty="0"/>
              <a:t>Confusion Matrix</a:t>
            </a:r>
          </a:p>
          <a:p>
            <a:pPr marL="0" indent="0">
              <a:buNone/>
            </a:pPr>
            <a:r>
              <a:rPr lang="en-US" b="1" dirty="0"/>
              <a:t>Key Result</a:t>
            </a:r>
            <a:endParaRPr lang="en-US" dirty="0"/>
          </a:p>
          <a:p>
            <a:r>
              <a:rPr lang="en-US" dirty="0"/>
              <a:t>The selected model achieved </a:t>
            </a:r>
            <a:r>
              <a:rPr lang="en-US" b="1" dirty="0"/>
              <a:t>strong predictive performance</a:t>
            </a:r>
            <a:r>
              <a:rPr lang="en-US" dirty="0"/>
              <a:t>, showing good ability to distinguish between on-time and delayed deliveries.</a:t>
            </a:r>
          </a:p>
          <a:p>
            <a:endParaRPr lang="en-IN" dirty="0"/>
          </a:p>
        </p:txBody>
      </p:sp>
      <p:pic>
        <p:nvPicPr>
          <p:cNvPr id="5" name="Picture 4">
            <a:extLst>
              <a:ext uri="{FF2B5EF4-FFF2-40B4-BE49-F238E27FC236}">
                <a16:creationId xmlns:a16="http://schemas.microsoft.com/office/drawing/2014/main" id="{85545DAC-4785-E6D4-8627-B7042FF2DADC}"/>
              </a:ext>
            </a:extLst>
          </p:cNvPr>
          <p:cNvPicPr>
            <a:picLocks noChangeAspect="1"/>
          </p:cNvPicPr>
          <p:nvPr/>
        </p:nvPicPr>
        <p:blipFill>
          <a:blip r:embed="rId2"/>
          <a:stretch>
            <a:fillRect/>
          </a:stretch>
        </p:blipFill>
        <p:spPr>
          <a:xfrm>
            <a:off x="7420388" y="1108545"/>
            <a:ext cx="4500231" cy="4198951"/>
          </a:xfrm>
          <a:prstGeom prst="rect">
            <a:avLst/>
          </a:prstGeom>
        </p:spPr>
      </p:pic>
    </p:spTree>
    <p:extLst>
      <p:ext uri="{BB962C8B-B14F-4D97-AF65-F5344CB8AC3E}">
        <p14:creationId xmlns:p14="http://schemas.microsoft.com/office/powerpoint/2010/main" val="2621141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154E-6F8C-F7B2-339B-4876760B2D06}"/>
              </a:ext>
            </a:extLst>
          </p:cNvPr>
          <p:cNvSpPr>
            <a:spLocks noGrp="1"/>
          </p:cNvSpPr>
          <p:nvPr>
            <p:ph type="title"/>
          </p:nvPr>
        </p:nvSpPr>
        <p:spPr>
          <a:xfrm>
            <a:off x="529797" y="216040"/>
            <a:ext cx="10834234" cy="612775"/>
          </a:xfrm>
        </p:spPr>
        <p:txBody>
          <a:bodyPr>
            <a:normAutofit/>
          </a:bodyPr>
          <a:lstStyle/>
          <a:p>
            <a:pPr algn="ctr"/>
            <a:r>
              <a:rPr lang="en-US" dirty="0"/>
              <a:t>Feature Importance Analysis</a:t>
            </a:r>
            <a:endParaRPr lang="en-IN" dirty="0"/>
          </a:p>
        </p:txBody>
      </p:sp>
      <p:sp>
        <p:nvSpPr>
          <p:cNvPr id="3" name="Content Placeholder 2">
            <a:extLst>
              <a:ext uri="{FF2B5EF4-FFF2-40B4-BE49-F238E27FC236}">
                <a16:creationId xmlns:a16="http://schemas.microsoft.com/office/drawing/2014/main" id="{26D4DD91-1FEA-6123-51A5-4BC27B66E6F7}"/>
              </a:ext>
            </a:extLst>
          </p:cNvPr>
          <p:cNvSpPr>
            <a:spLocks noGrp="1"/>
          </p:cNvSpPr>
          <p:nvPr>
            <p:ph idx="1"/>
          </p:nvPr>
        </p:nvSpPr>
        <p:spPr>
          <a:xfrm>
            <a:off x="152110" y="1158240"/>
            <a:ext cx="6884794" cy="4398066"/>
          </a:xfrm>
        </p:spPr>
        <p:txBody>
          <a:bodyPr>
            <a:normAutofit/>
          </a:bodyPr>
          <a:lstStyle/>
          <a:p>
            <a:pPr marL="0" indent="0">
              <a:buNone/>
            </a:pPr>
            <a:r>
              <a:rPr lang="en-US" sz="2400" b="1" dirty="0"/>
              <a:t>Important Factors Affecting Delivery Timeliness</a:t>
            </a:r>
            <a:endParaRPr lang="en-US" sz="2400" dirty="0"/>
          </a:p>
          <a:p>
            <a:r>
              <a:rPr lang="en-US" sz="2400" dirty="0" err="1"/>
              <a:t>Discount_offered</a:t>
            </a:r>
            <a:endParaRPr lang="en-US" sz="2400" dirty="0"/>
          </a:p>
          <a:p>
            <a:r>
              <a:rPr lang="en-US" sz="2400" dirty="0" err="1"/>
              <a:t>Weight_in_gms</a:t>
            </a:r>
            <a:endParaRPr lang="en-US" sz="2400" dirty="0"/>
          </a:p>
          <a:p>
            <a:r>
              <a:rPr lang="en-US" sz="2400" dirty="0" err="1"/>
              <a:t>Prior_purchases</a:t>
            </a:r>
            <a:endParaRPr lang="en-US" sz="2400" dirty="0"/>
          </a:p>
          <a:p>
            <a:r>
              <a:rPr lang="en-US" sz="2400" dirty="0"/>
              <a:t>Shipping characteristics</a:t>
            </a:r>
          </a:p>
          <a:p>
            <a:pPr marL="0" indent="0">
              <a:buNone/>
            </a:pPr>
            <a:r>
              <a:rPr lang="en-US" sz="2400" b="1" dirty="0"/>
              <a:t>Key Insight</a:t>
            </a:r>
            <a:endParaRPr lang="en-US" sz="2400" dirty="0"/>
          </a:p>
          <a:p>
            <a:r>
              <a:rPr lang="en-US" sz="2400" dirty="0"/>
              <a:t>Discount strategies show a strong relationship with delivery delays, suggesting promotional campaigns may influence logistics performance.</a:t>
            </a:r>
          </a:p>
          <a:p>
            <a:endParaRPr lang="en-IN" sz="2400" dirty="0"/>
          </a:p>
        </p:txBody>
      </p:sp>
      <p:pic>
        <p:nvPicPr>
          <p:cNvPr id="5" name="Picture 4">
            <a:extLst>
              <a:ext uri="{FF2B5EF4-FFF2-40B4-BE49-F238E27FC236}">
                <a16:creationId xmlns:a16="http://schemas.microsoft.com/office/drawing/2014/main" id="{FE82C453-68D7-8800-4CBF-6F669A9EF8DB}"/>
              </a:ext>
            </a:extLst>
          </p:cNvPr>
          <p:cNvPicPr>
            <a:picLocks noChangeAspect="1"/>
          </p:cNvPicPr>
          <p:nvPr/>
        </p:nvPicPr>
        <p:blipFill>
          <a:blip r:embed="rId2"/>
          <a:stretch>
            <a:fillRect/>
          </a:stretch>
        </p:blipFill>
        <p:spPr>
          <a:xfrm>
            <a:off x="6828183" y="953121"/>
            <a:ext cx="5324682" cy="4603185"/>
          </a:xfrm>
          <a:prstGeom prst="rect">
            <a:avLst/>
          </a:prstGeom>
        </p:spPr>
      </p:pic>
    </p:spTree>
    <p:extLst>
      <p:ext uri="{BB962C8B-B14F-4D97-AF65-F5344CB8AC3E}">
        <p14:creationId xmlns:p14="http://schemas.microsoft.com/office/powerpoint/2010/main" val="246753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C5E6-BE70-639B-D604-ABEC96F7EA76}"/>
              </a:ext>
            </a:extLst>
          </p:cNvPr>
          <p:cNvSpPr>
            <a:spLocks noGrp="1"/>
          </p:cNvSpPr>
          <p:nvPr>
            <p:ph type="title"/>
          </p:nvPr>
        </p:nvSpPr>
        <p:spPr/>
        <p:txBody>
          <a:bodyPr>
            <a:normAutofit/>
          </a:bodyPr>
          <a:lstStyle/>
          <a:p>
            <a:pPr algn="ctr"/>
            <a:r>
              <a:rPr lang="en-US" dirty="0"/>
              <a:t>Project Benefits &amp; Business Insights</a:t>
            </a:r>
            <a:endParaRPr lang="en-IN" dirty="0"/>
          </a:p>
        </p:txBody>
      </p:sp>
      <p:sp>
        <p:nvSpPr>
          <p:cNvPr id="3" name="Content Placeholder 2">
            <a:extLst>
              <a:ext uri="{FF2B5EF4-FFF2-40B4-BE49-F238E27FC236}">
                <a16:creationId xmlns:a16="http://schemas.microsoft.com/office/drawing/2014/main" id="{244621D3-5047-B474-B03D-DB2E1B8D3EE9}"/>
              </a:ext>
            </a:extLst>
          </p:cNvPr>
          <p:cNvSpPr>
            <a:spLocks noGrp="1"/>
          </p:cNvSpPr>
          <p:nvPr>
            <p:ph idx="1"/>
          </p:nvPr>
        </p:nvSpPr>
        <p:spPr>
          <a:xfrm>
            <a:off x="678883" y="1675075"/>
            <a:ext cx="8365725" cy="4218829"/>
          </a:xfrm>
        </p:spPr>
        <p:txBody>
          <a:bodyPr>
            <a:normAutofit fontScale="92500" lnSpcReduction="10000"/>
          </a:bodyPr>
          <a:lstStyle/>
          <a:p>
            <a:pPr marL="0" indent="0">
              <a:buNone/>
            </a:pPr>
            <a:r>
              <a:rPr lang="en-US" b="1" dirty="0"/>
              <a:t>Project Benefits</a:t>
            </a:r>
            <a:endParaRPr lang="en-US" dirty="0"/>
          </a:p>
          <a:p>
            <a:r>
              <a:rPr lang="en-US" dirty="0"/>
              <a:t>Enables prediction of delivery delays before shipment completion</a:t>
            </a:r>
          </a:p>
          <a:p>
            <a:r>
              <a:rPr lang="en-US" dirty="0"/>
              <a:t>Helps companies plan logistics operations more effectively</a:t>
            </a:r>
          </a:p>
          <a:p>
            <a:r>
              <a:rPr lang="en-US" dirty="0"/>
              <a:t>Supports data-driven decision making</a:t>
            </a:r>
          </a:p>
          <a:p>
            <a:pPr marL="0" indent="0">
              <a:buNone/>
            </a:pPr>
            <a:r>
              <a:rPr lang="en-US" b="1" dirty="0"/>
              <a:t>Business Insights</a:t>
            </a:r>
            <a:endParaRPr lang="en-US" dirty="0"/>
          </a:p>
          <a:p>
            <a:r>
              <a:rPr lang="en-US" dirty="0"/>
              <a:t>High discounts are strongly associated with delayed deliveries</a:t>
            </a:r>
          </a:p>
          <a:p>
            <a:r>
              <a:rPr lang="en-US" dirty="0"/>
              <a:t>Certain shipment characteristics increase delay risk</a:t>
            </a:r>
          </a:p>
          <a:p>
            <a:r>
              <a:rPr lang="en-US" dirty="0"/>
              <a:t>Predictive analytics can improve customer experience</a:t>
            </a:r>
          </a:p>
          <a:p>
            <a:endParaRPr lang="en-IN" dirty="0"/>
          </a:p>
        </p:txBody>
      </p:sp>
    </p:spTree>
    <p:extLst>
      <p:ext uri="{BB962C8B-B14F-4D97-AF65-F5344CB8AC3E}">
        <p14:creationId xmlns:p14="http://schemas.microsoft.com/office/powerpoint/2010/main" val="2034597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7619</TotalTime>
  <Words>498</Words>
  <Application>Microsoft Office PowerPoint</Application>
  <PresentationFormat>Widescreen</PresentationFormat>
  <Paragraphs>95</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 Narrow</vt:lpstr>
      <vt:lpstr>Arial</vt:lpstr>
      <vt:lpstr>Bahnschrift</vt:lpstr>
      <vt:lpstr>Calibri</vt:lpstr>
      <vt:lpstr>BIA Template</vt:lpstr>
      <vt:lpstr>PowerPoint Presentation</vt:lpstr>
      <vt:lpstr>Product Delivery Timeliness &amp; It’s Significance</vt:lpstr>
      <vt:lpstr>Agenda of The Project</vt:lpstr>
      <vt:lpstr>PROJECT GUIDELINES</vt:lpstr>
      <vt:lpstr>Data Exploration &amp; Preprocessing</vt:lpstr>
      <vt:lpstr>Feature Relationships &amp; Correlation Analysis</vt:lpstr>
      <vt:lpstr>Feature Engineering &amp; Encoding</vt:lpstr>
      <vt:lpstr>Model Selection &amp; Training</vt:lpstr>
      <vt:lpstr>Hyperparameter Tuning</vt:lpstr>
      <vt:lpstr>Model Evaluation</vt:lpstr>
      <vt:lpstr>Feature Importance Analysis</vt:lpstr>
      <vt:lpstr>Project Benefits &amp; Business Insights</vt:lpstr>
      <vt:lpstr>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rahil ahmed</cp:lastModifiedBy>
  <cp:revision>2257</cp:revision>
  <dcterms:created xsi:type="dcterms:W3CDTF">2020-12-23T13:36:00Z</dcterms:created>
  <dcterms:modified xsi:type="dcterms:W3CDTF">2026-03-07T07:14:36Z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